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Weekly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AF"/>
                </a:solidFill>
              </a:rPr>
              <a:t>Platform activity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91C"/>
                </a:solidFill>
              </a:rPr>
              <a:t>Findings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C4658"/>
                </a:solidFill>
              </a:rPr>
              <a:t>Root cause in under three minutes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C4658"/>
                </a:solidFill>
              </a:rPr>
              <a:t>One human decision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91C"/>
                </a:solidFill>
              </a:rPr>
              <a:t>Next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C4658"/>
                </a:solidFill>
              </a:rPr>
              <a:t>Widen to two more services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2026-09-15T13:13:03Z</dcterms:created>
  <dcterms:modified xsi:type="dcterms:W3CDTF">2026-09-15T13:13:03Z</dcterms:modified>
</cp:coreProperties>
</file>